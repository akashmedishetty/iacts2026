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645920"/>
          </a:xfrm>
          <a:prstGeom prst="rect">
            <a:avLst/>
          </a:prstGeom>
          <a:solidFill>
            <a:srgbClr val="F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0020"/>
            <a:ext cx="1281187" cy="1325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201168"/>
            <a:ext cx="10287000" cy="77724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3400" b="0" i="0">
                <a:solidFill>
                  <a:srgbClr val="B3122A"/>
                </a:solidFill>
                <a:latin typeface="Arial Black"/>
              </a:rPr>
              <a:t>IACTS </a:t>
            </a:r>
            <a:r>
              <a:rPr sz="3400" b="0" i="0">
                <a:solidFill>
                  <a:srgbClr val="17120F"/>
                </a:solidFill>
                <a:latin typeface="Arial Black"/>
              </a:rPr>
              <a:t>TECHNOCOLLEGE </a:t>
            </a:r>
            <a:r>
              <a:rPr sz="3400" b="0" i="0">
                <a:solidFill>
                  <a:srgbClr val="B3122A"/>
                </a:solidFill>
                <a:latin typeface="Arial Black"/>
              </a:rPr>
              <a:t>CME </a:t>
            </a:r>
            <a:r>
              <a:rPr sz="3400" b="0" i="0">
                <a:solidFill>
                  <a:srgbClr val="A9793A"/>
                </a:solidFill>
                <a:latin typeface="Arial Black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960120"/>
            <a:ext cx="10287000" cy="4114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1800" b="1" i="0">
                <a:solidFill>
                  <a:srgbClr val="A9793A"/>
                </a:solidFill>
                <a:latin typeface="Calibri"/>
              </a:rPr>
              <a:t>THE FUTURE IS NOW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207240" y="228600"/>
            <a:ext cx="0" cy="1188720"/>
          </a:xfrm>
          <a:prstGeom prst="line">
            <a:avLst/>
          </a:prstGeom>
          <a:ln w="12700">
            <a:solidFill>
              <a:srgbClr val="E3D3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390120" y="128016"/>
            <a:ext cx="5532119" cy="32918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1250" b="1" i="0">
                <a:solidFill>
                  <a:srgbClr val="B3122A"/>
                </a:solidFill>
                <a:latin typeface="Calibri"/>
              </a:rPr>
              <a:t>Presenter:  </a:t>
            </a:r>
            <a:r>
              <a:rPr sz="1250" b="0" i="1">
                <a:solidFill>
                  <a:srgbClr val="9A9484"/>
                </a:solidFill>
                <a:latin typeface="Calibri"/>
              </a:rPr>
              <a:t>name of the presenting author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444984" y="457200"/>
            <a:ext cx="5477256" cy="0"/>
          </a:xfrm>
          <a:prstGeom prst="line">
            <a:avLst/>
          </a:prstGeom>
          <a:ln w="9525">
            <a:solidFill>
              <a:srgbClr val="E3D3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390120" y="493776"/>
            <a:ext cx="5532119" cy="32918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1250" b="1" i="0">
                <a:solidFill>
                  <a:srgbClr val="B3122A"/>
                </a:solidFill>
                <a:latin typeface="Calibri"/>
              </a:rPr>
              <a:t>Author(s):  </a:t>
            </a:r>
            <a:r>
              <a:rPr sz="1250" b="0" i="1">
                <a:solidFill>
                  <a:srgbClr val="9A9484"/>
                </a:solidFill>
                <a:latin typeface="Calibri"/>
              </a:rPr>
              <a:t>all authors, in order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2444984" y="822960"/>
            <a:ext cx="5477256" cy="0"/>
          </a:xfrm>
          <a:prstGeom prst="line">
            <a:avLst/>
          </a:prstGeom>
          <a:ln w="9525">
            <a:solidFill>
              <a:srgbClr val="E3D3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2390120" y="859536"/>
            <a:ext cx="5532119" cy="32918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1250" b="1" i="0">
                <a:solidFill>
                  <a:srgbClr val="B3122A"/>
                </a:solidFill>
                <a:latin typeface="Calibri"/>
              </a:rPr>
              <a:t>Institution:  </a:t>
            </a:r>
            <a:r>
              <a:rPr sz="1250" b="0" i="1">
                <a:solidFill>
                  <a:srgbClr val="9A9484"/>
                </a:solidFill>
                <a:latin typeface="Calibri"/>
              </a:rPr>
              <a:t>institution, city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444984" y="1188719"/>
            <a:ext cx="5477256" cy="0"/>
          </a:xfrm>
          <a:prstGeom prst="line">
            <a:avLst/>
          </a:prstGeom>
          <a:ln w="9525">
            <a:solidFill>
              <a:srgbClr val="E3D3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390120" y="1225296"/>
            <a:ext cx="5532119" cy="32918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1250" b="1" i="0">
                <a:solidFill>
                  <a:srgbClr val="B3122A"/>
                </a:solidFill>
                <a:latin typeface="Calibri"/>
              </a:rPr>
              <a:t>Registration ID:  </a:t>
            </a:r>
            <a:r>
              <a:rPr sz="1250" b="0" i="1">
                <a:solidFill>
                  <a:srgbClr val="9A9484"/>
                </a:solidFill>
                <a:latin typeface="Calibri"/>
              </a:rPr>
              <a:t>your IACTS TechnoCollege registration ID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444984" y="1554480"/>
            <a:ext cx="5477256" cy="0"/>
          </a:xfrm>
          <a:prstGeom prst="line">
            <a:avLst/>
          </a:prstGeom>
          <a:ln w="9525">
            <a:solidFill>
              <a:srgbClr val="E3D3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0" y="1645920"/>
            <a:ext cx="18288000" cy="420624"/>
          </a:xfrm>
          <a:prstGeom prst="rect">
            <a:avLst/>
          </a:prstGeom>
          <a:solidFill>
            <a:srgbClr val="B3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0" y="1645920"/>
            <a:ext cx="18288000" cy="42062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Arial Black"/>
              </a:rPr>
              <a:t>PAPER PRESENTATION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0" y="2093976"/>
            <a:ext cx="18288000" cy="0"/>
          </a:xfrm>
          <a:prstGeom prst="line">
            <a:avLst/>
          </a:prstGeom>
          <a:ln w="19050">
            <a:solidFill>
              <a:srgbClr val="A979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0" y="10168128"/>
            <a:ext cx="18288000" cy="521207"/>
          </a:xfrm>
          <a:prstGeom prst="rect">
            <a:avLst/>
          </a:prstGeom>
          <a:solidFill>
            <a:srgbClr val="F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0" y="10168128"/>
            <a:ext cx="18288000" cy="0"/>
          </a:xfrm>
          <a:prstGeom prst="line">
            <a:avLst/>
          </a:prstGeom>
          <a:ln w="15875">
            <a:solidFill>
              <a:srgbClr val="A979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0204704"/>
            <a:ext cx="18288000" cy="0"/>
          </a:xfrm>
          <a:prstGeom prst="line">
            <a:avLst/>
          </a:prstGeom>
          <a:ln w="15875">
            <a:solidFill>
              <a:srgbClr val="A979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0" y="10241280"/>
            <a:ext cx="18288000" cy="4114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1300" b="1" i="0">
                <a:solidFill>
                  <a:srgbClr val="B3122A"/>
                </a:solidFill>
                <a:latin typeface="Calibri"/>
              </a:rPr>
              <a:t>IACTS TechnoCollege CME 2026</a:t>
            </a:r>
            <a:r>
              <a:rPr sz="1200" b="0" i="1">
                <a:solidFill>
                  <a:srgbClr val="6E6A62"/>
                </a:solidFill>
                <a:latin typeface="Calibri"/>
              </a:rPr>
              <a:t>     ·     iactstechnocollegecme2026.com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IACTS TechnoCollege CME 2026 — Paper Presentation Template</dc:title>
  <dc:subject>IACTS TechnoCollege CME 2026 — Hyderabad, 23–25 October 2026</dc:subject>
  <dc:creator>IACTS TechnoCollege CME 2026</dc:creator>
  <cp:keywords>IACTS, TechnoCollege, CME 2026, abstract, template</cp:keywords>
  <dc:description/>
  <cp:lastModifiedBy>IACTS TechnoCollege CME 2026</cp:lastModifiedBy>
  <cp:revision>1</cp:revision>
  <dcterms:created xsi:type="dcterms:W3CDTF">2013-01-27T09:14:16Z</dcterms:created>
  <dcterms:modified xsi:type="dcterms:W3CDTF">2013-01-27T09:15:58Z</dcterms:modified>
  <cp:category>Abstract presentation template</cp:category>
</cp:coreProperties>
</file>